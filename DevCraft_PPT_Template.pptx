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AE142B-5986-44FE-9093-98F9255EE2DC}" v="55" dt="2026-04-06T09:51:16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." userId="3c156c9656282d9f" providerId="LiveId" clId="{AF9CD3E0-2BF2-4095-B604-43182B997222}"/>
    <pc:docChg chg="undo custSel modSld">
      <pc:chgData name="KRISH ." userId="3c156c9656282d9f" providerId="LiveId" clId="{AF9CD3E0-2BF2-4095-B604-43182B997222}" dt="2026-04-06T09:51:58.124" v="991" actId="2711"/>
      <pc:docMkLst>
        <pc:docMk/>
      </pc:docMkLst>
      <pc:sldChg chg="modSp mod">
        <pc:chgData name="KRISH ." userId="3c156c9656282d9f" providerId="LiveId" clId="{AF9CD3E0-2BF2-4095-B604-43182B997222}" dt="2026-04-06T09:47:55.160" v="803" actId="255"/>
        <pc:sldMkLst>
          <pc:docMk/>
          <pc:sldMk cId="3679931445" sldId="257"/>
        </pc:sldMkLst>
        <pc:spChg chg="mod">
          <ac:chgData name="KRISH ." userId="3c156c9656282d9f" providerId="LiveId" clId="{AF9CD3E0-2BF2-4095-B604-43182B997222}" dt="2026-04-06T09:47:55.160" v="803" actId="255"/>
          <ac:spMkLst>
            <pc:docMk/>
            <pc:sldMk cId="3679931445" sldId="257"/>
            <ac:spMk id="2" creationId="{1BD2B560-468C-AE00-FD08-190FAA9C2CD5}"/>
          </ac:spMkLst>
        </pc:spChg>
        <pc:spChg chg="mod">
          <ac:chgData name="KRISH ." userId="3c156c9656282d9f" providerId="LiveId" clId="{AF9CD3E0-2BF2-4095-B604-43182B997222}" dt="2026-04-06T09:46:18.706" v="746" actId="1076"/>
          <ac:spMkLst>
            <pc:docMk/>
            <pc:sldMk cId="3679931445" sldId="257"/>
            <ac:spMk id="6" creationId="{B88AD9CD-CFB0-97F2-617B-EF1420132690}"/>
          </ac:spMkLst>
        </pc:spChg>
      </pc:sldChg>
      <pc:sldChg chg="modSp mod">
        <pc:chgData name="KRISH ." userId="3c156c9656282d9f" providerId="LiveId" clId="{AF9CD3E0-2BF2-4095-B604-43182B997222}" dt="2026-04-06T09:33:54.277" v="588" actId="255"/>
        <pc:sldMkLst>
          <pc:docMk/>
          <pc:sldMk cId="3420139788" sldId="258"/>
        </pc:sldMkLst>
        <pc:spChg chg="mod">
          <ac:chgData name="KRISH ." userId="3c156c9656282d9f" providerId="LiveId" clId="{AF9CD3E0-2BF2-4095-B604-43182B997222}" dt="2026-04-06T09:33:54.277" v="588" actId="255"/>
          <ac:spMkLst>
            <pc:docMk/>
            <pc:sldMk cId="3420139788" sldId="258"/>
            <ac:spMk id="3" creationId="{F76C42E2-B03A-1F39-A18A-616A4BA0320A}"/>
          </ac:spMkLst>
        </pc:spChg>
      </pc:sldChg>
      <pc:sldChg chg="addSp delSp modSp mod">
        <pc:chgData name="KRISH ." userId="3c156c9656282d9f" providerId="LiveId" clId="{AF9CD3E0-2BF2-4095-B604-43182B997222}" dt="2026-04-06T09:40:46.041" v="636" actId="1076"/>
        <pc:sldMkLst>
          <pc:docMk/>
          <pc:sldMk cId="3657316384" sldId="259"/>
        </pc:sldMkLst>
        <pc:spChg chg="del">
          <ac:chgData name="KRISH ." userId="3c156c9656282d9f" providerId="LiveId" clId="{AF9CD3E0-2BF2-4095-B604-43182B997222}" dt="2026-04-06T09:18:22.251" v="407"/>
          <ac:spMkLst>
            <pc:docMk/>
            <pc:sldMk cId="3657316384" sldId="259"/>
            <ac:spMk id="3" creationId="{DF4A2422-340E-8474-6CA8-CC69D2C58903}"/>
          </ac:spMkLst>
        </pc:spChg>
        <pc:spChg chg="add mod">
          <ac:chgData name="KRISH ." userId="3c156c9656282d9f" providerId="LiveId" clId="{AF9CD3E0-2BF2-4095-B604-43182B997222}" dt="2026-04-06T09:40:46.041" v="636" actId="1076"/>
          <ac:spMkLst>
            <pc:docMk/>
            <pc:sldMk cId="3657316384" sldId="259"/>
            <ac:spMk id="5" creationId="{77F0AD7C-D379-97D7-7BD1-F6A9D4BF3D97}"/>
          </ac:spMkLst>
        </pc:spChg>
        <pc:picChg chg="mod">
          <ac:chgData name="KRISH ." userId="3c156c9656282d9f" providerId="LiveId" clId="{AF9CD3E0-2BF2-4095-B604-43182B997222}" dt="2026-04-06T09:34:25.355" v="594" actId="1076"/>
          <ac:picMkLst>
            <pc:docMk/>
            <pc:sldMk cId="3657316384" sldId="259"/>
            <ac:picMk id="4" creationId="{21D13157-B955-921F-107B-76F8794C04F0}"/>
          </ac:picMkLst>
        </pc:picChg>
      </pc:sldChg>
      <pc:sldChg chg="addSp delSp modSp mod">
        <pc:chgData name="KRISH ." userId="3c156c9656282d9f" providerId="LiveId" clId="{AF9CD3E0-2BF2-4095-B604-43182B997222}" dt="2026-04-06T09:40:38.582" v="635" actId="1076"/>
        <pc:sldMkLst>
          <pc:docMk/>
          <pc:sldMk cId="2361418526" sldId="260"/>
        </pc:sldMkLst>
        <pc:spChg chg="del">
          <ac:chgData name="KRISH ." userId="3c156c9656282d9f" providerId="LiveId" clId="{AF9CD3E0-2BF2-4095-B604-43182B997222}" dt="2026-04-06T09:19:44.661" v="425"/>
          <ac:spMkLst>
            <pc:docMk/>
            <pc:sldMk cId="2361418526" sldId="260"/>
            <ac:spMk id="3" creationId="{46632734-F5D3-955D-986B-0A58CBD1BA3C}"/>
          </ac:spMkLst>
        </pc:spChg>
        <pc:spChg chg="add mod">
          <ac:chgData name="KRISH ." userId="3c156c9656282d9f" providerId="LiveId" clId="{AF9CD3E0-2BF2-4095-B604-43182B997222}" dt="2026-04-06T09:40:38.582" v="635" actId="1076"/>
          <ac:spMkLst>
            <pc:docMk/>
            <pc:sldMk cId="2361418526" sldId="260"/>
            <ac:spMk id="5" creationId="{4C7D2AE3-0477-DC23-EDE4-8F2E32B825F1}"/>
          </ac:spMkLst>
        </pc:spChg>
        <pc:picChg chg="mod">
          <ac:chgData name="KRISH ." userId="3c156c9656282d9f" providerId="LiveId" clId="{AF9CD3E0-2BF2-4095-B604-43182B997222}" dt="2026-04-06T09:40:35.015" v="634" actId="1076"/>
          <ac:picMkLst>
            <pc:docMk/>
            <pc:sldMk cId="2361418526" sldId="260"/>
            <ac:picMk id="4" creationId="{49C68430-CC32-D06A-B654-DB3AF9A53726}"/>
          </ac:picMkLst>
        </pc:picChg>
      </pc:sldChg>
      <pc:sldChg chg="addSp delSp modSp mod">
        <pc:chgData name="KRISH ." userId="3c156c9656282d9f" providerId="LiveId" clId="{AF9CD3E0-2BF2-4095-B604-43182B997222}" dt="2026-04-06T09:40:25.048" v="632" actId="1076"/>
        <pc:sldMkLst>
          <pc:docMk/>
          <pc:sldMk cId="810801613" sldId="261"/>
        </pc:sldMkLst>
        <pc:spChg chg="del">
          <ac:chgData name="KRISH ." userId="3c156c9656282d9f" providerId="LiveId" clId="{AF9CD3E0-2BF2-4095-B604-43182B997222}" dt="2026-04-06T09:20:28.423" v="433"/>
          <ac:spMkLst>
            <pc:docMk/>
            <pc:sldMk cId="810801613" sldId="261"/>
            <ac:spMk id="3" creationId="{81B9272C-21BB-FC22-D358-FB4BA9D50EE7}"/>
          </ac:spMkLst>
        </pc:spChg>
        <pc:spChg chg="add mod">
          <ac:chgData name="KRISH ." userId="3c156c9656282d9f" providerId="LiveId" clId="{AF9CD3E0-2BF2-4095-B604-43182B997222}" dt="2026-04-06T09:40:25.048" v="632" actId="1076"/>
          <ac:spMkLst>
            <pc:docMk/>
            <pc:sldMk cId="810801613" sldId="261"/>
            <ac:spMk id="5" creationId="{1C38264A-7912-1D4C-10FF-EAD312C320B9}"/>
          </ac:spMkLst>
        </pc:spChg>
        <pc:picChg chg="mod">
          <ac:chgData name="KRISH ." userId="3c156c9656282d9f" providerId="LiveId" clId="{AF9CD3E0-2BF2-4095-B604-43182B997222}" dt="2026-04-06T09:21:02.358" v="446" actId="1076"/>
          <ac:picMkLst>
            <pc:docMk/>
            <pc:sldMk cId="810801613" sldId="261"/>
            <ac:picMk id="4" creationId="{ED6E1A02-DDF7-89F3-98B0-23412617B5D4}"/>
          </ac:picMkLst>
        </pc:picChg>
      </pc:sldChg>
      <pc:sldChg chg="modSp mod">
        <pc:chgData name="KRISH ." userId="3c156c9656282d9f" providerId="LiveId" clId="{AF9CD3E0-2BF2-4095-B604-43182B997222}" dt="2026-04-06T09:40:08.181" v="631" actId="1076"/>
        <pc:sldMkLst>
          <pc:docMk/>
          <pc:sldMk cId="1347914419" sldId="262"/>
        </pc:sldMkLst>
        <pc:spChg chg="mod">
          <ac:chgData name="KRISH ." userId="3c156c9656282d9f" providerId="LiveId" clId="{AF9CD3E0-2BF2-4095-B604-43182B997222}" dt="2026-04-06T09:40:08.181" v="631" actId="1076"/>
          <ac:spMkLst>
            <pc:docMk/>
            <pc:sldMk cId="1347914419" sldId="262"/>
            <ac:spMk id="3" creationId="{CFBD9A0F-685D-2B29-DBD0-99378586E535}"/>
          </ac:spMkLst>
        </pc:spChg>
      </pc:sldChg>
      <pc:sldChg chg="addSp delSp modSp mod">
        <pc:chgData name="KRISH ." userId="3c156c9656282d9f" providerId="LiveId" clId="{AF9CD3E0-2BF2-4095-B604-43182B997222}" dt="2026-04-06T09:39:56.848" v="630" actId="1076"/>
        <pc:sldMkLst>
          <pc:docMk/>
          <pc:sldMk cId="1607210022" sldId="263"/>
        </pc:sldMkLst>
        <pc:spChg chg="del">
          <ac:chgData name="KRISH ." userId="3c156c9656282d9f" providerId="LiveId" clId="{AF9CD3E0-2BF2-4095-B604-43182B997222}" dt="2026-04-06T09:21:59.102" v="459"/>
          <ac:spMkLst>
            <pc:docMk/>
            <pc:sldMk cId="1607210022" sldId="263"/>
            <ac:spMk id="3" creationId="{AF0A093E-F6A2-06B2-265C-B880832BEA7D}"/>
          </ac:spMkLst>
        </pc:spChg>
        <pc:spChg chg="add mod">
          <ac:chgData name="KRISH ." userId="3c156c9656282d9f" providerId="LiveId" clId="{AF9CD3E0-2BF2-4095-B604-43182B997222}" dt="2026-04-06T09:39:56.848" v="630" actId="1076"/>
          <ac:spMkLst>
            <pc:docMk/>
            <pc:sldMk cId="1607210022" sldId="263"/>
            <ac:spMk id="5" creationId="{38DDC822-D620-7856-59C8-F8490F841889}"/>
          </ac:spMkLst>
        </pc:spChg>
        <pc:picChg chg="mod">
          <ac:chgData name="KRISH ." userId="3c156c9656282d9f" providerId="LiveId" clId="{AF9CD3E0-2BF2-4095-B604-43182B997222}" dt="2026-04-06T09:37:47.605" v="617" actId="1076"/>
          <ac:picMkLst>
            <pc:docMk/>
            <pc:sldMk cId="1607210022" sldId="263"/>
            <ac:picMk id="4" creationId="{CFBCE28E-E731-156C-EDC9-D5CD678B6DB0}"/>
          </ac:picMkLst>
        </pc:picChg>
      </pc:sldChg>
      <pc:sldChg chg="addSp delSp modSp mod">
        <pc:chgData name="KRISH ." userId="3c156c9656282d9f" providerId="LiveId" clId="{AF9CD3E0-2BF2-4095-B604-43182B997222}" dt="2026-04-06T09:39:48.965" v="629" actId="1076"/>
        <pc:sldMkLst>
          <pc:docMk/>
          <pc:sldMk cId="696313924" sldId="264"/>
        </pc:sldMkLst>
        <pc:spChg chg="add del">
          <ac:chgData name="KRISH ." userId="3c156c9656282d9f" providerId="LiveId" clId="{AF9CD3E0-2BF2-4095-B604-43182B997222}" dt="2026-04-06T09:23:04.772" v="477"/>
          <ac:spMkLst>
            <pc:docMk/>
            <pc:sldMk cId="696313924" sldId="264"/>
            <ac:spMk id="3" creationId="{D4A906B9-56E0-797C-DD33-8F28BE5FF209}"/>
          </ac:spMkLst>
        </pc:spChg>
        <pc:spChg chg="add mod">
          <ac:chgData name="KRISH ." userId="3c156c9656282d9f" providerId="LiveId" clId="{AF9CD3E0-2BF2-4095-B604-43182B997222}" dt="2026-04-06T09:39:48.965" v="629" actId="1076"/>
          <ac:spMkLst>
            <pc:docMk/>
            <pc:sldMk cId="696313924" sldId="264"/>
            <ac:spMk id="5" creationId="{8E540D3F-756A-0066-9F09-E65F73AB7394}"/>
          </ac:spMkLst>
        </pc:spChg>
        <pc:picChg chg="mod">
          <ac:chgData name="KRISH ." userId="3c156c9656282d9f" providerId="LiveId" clId="{AF9CD3E0-2BF2-4095-B604-43182B997222}" dt="2026-04-06T09:23:01.453" v="475" actId="1076"/>
          <ac:picMkLst>
            <pc:docMk/>
            <pc:sldMk cId="696313924" sldId="264"/>
            <ac:picMk id="4" creationId="{725206E9-DF7E-9DFF-CAC2-03673EB754A6}"/>
          </ac:picMkLst>
        </pc:picChg>
      </pc:sldChg>
      <pc:sldChg chg="addSp delSp modSp mod">
        <pc:chgData name="KRISH ." userId="3c156c9656282d9f" providerId="LiveId" clId="{AF9CD3E0-2BF2-4095-B604-43182B997222}" dt="2026-04-06T09:39:42.614" v="628" actId="1076"/>
        <pc:sldMkLst>
          <pc:docMk/>
          <pc:sldMk cId="2148683140" sldId="265"/>
        </pc:sldMkLst>
        <pc:spChg chg="del">
          <ac:chgData name="KRISH ." userId="3c156c9656282d9f" providerId="LiveId" clId="{AF9CD3E0-2BF2-4095-B604-43182B997222}" dt="2026-04-06T09:25:04.651" v="504"/>
          <ac:spMkLst>
            <pc:docMk/>
            <pc:sldMk cId="2148683140" sldId="265"/>
            <ac:spMk id="3" creationId="{3C679BA1-238F-16C1-81DD-F89092E26652}"/>
          </ac:spMkLst>
        </pc:spChg>
        <pc:spChg chg="add mod">
          <ac:chgData name="KRISH ." userId="3c156c9656282d9f" providerId="LiveId" clId="{AF9CD3E0-2BF2-4095-B604-43182B997222}" dt="2026-04-06T09:39:42.614" v="628" actId="1076"/>
          <ac:spMkLst>
            <pc:docMk/>
            <pc:sldMk cId="2148683140" sldId="265"/>
            <ac:spMk id="5" creationId="{EBC6437A-C5AD-FE54-BB60-D2A66255C90E}"/>
          </ac:spMkLst>
        </pc:spChg>
      </pc:sldChg>
      <pc:sldChg chg="addSp delSp modSp mod">
        <pc:chgData name="KRISH ." userId="3c156c9656282d9f" providerId="LiveId" clId="{AF9CD3E0-2BF2-4095-B604-43182B997222}" dt="2026-04-06T09:41:19.292" v="639" actId="1076"/>
        <pc:sldMkLst>
          <pc:docMk/>
          <pc:sldMk cId="721136035" sldId="266"/>
        </pc:sldMkLst>
        <pc:spChg chg="del">
          <ac:chgData name="KRISH ." userId="3c156c9656282d9f" providerId="LiveId" clId="{AF9CD3E0-2BF2-4095-B604-43182B997222}" dt="2026-04-06T09:26:01.434" v="522"/>
          <ac:spMkLst>
            <pc:docMk/>
            <pc:sldMk cId="721136035" sldId="266"/>
            <ac:spMk id="3" creationId="{E9F3AC6F-97B4-C038-5116-BCDB0E747F31}"/>
          </ac:spMkLst>
        </pc:spChg>
        <pc:spChg chg="add mod">
          <ac:chgData name="KRISH ." userId="3c156c9656282d9f" providerId="LiveId" clId="{AF9CD3E0-2BF2-4095-B604-43182B997222}" dt="2026-04-06T09:41:19.292" v="639" actId="1076"/>
          <ac:spMkLst>
            <pc:docMk/>
            <pc:sldMk cId="721136035" sldId="266"/>
            <ac:spMk id="5" creationId="{8950D028-316C-5DE4-20DE-1112C0C456FE}"/>
          </ac:spMkLst>
        </pc:spChg>
        <pc:picChg chg="mod">
          <ac:chgData name="KRISH ." userId="3c156c9656282d9f" providerId="LiveId" clId="{AF9CD3E0-2BF2-4095-B604-43182B997222}" dt="2026-04-06T09:26:51.940" v="541" actId="1076"/>
          <ac:picMkLst>
            <pc:docMk/>
            <pc:sldMk cId="721136035" sldId="266"/>
            <ac:picMk id="4" creationId="{9E831684-E944-D21A-AEB7-C0CD07568407}"/>
          </ac:picMkLst>
        </pc:picChg>
      </pc:sldChg>
      <pc:sldChg chg="addSp delSp modSp mod">
        <pc:chgData name="KRISH ." userId="3c156c9656282d9f" providerId="LiveId" clId="{AF9CD3E0-2BF2-4095-B604-43182B997222}" dt="2026-04-06T09:41:45.934" v="642" actId="1076"/>
        <pc:sldMkLst>
          <pc:docMk/>
          <pc:sldMk cId="2001245176" sldId="267"/>
        </pc:sldMkLst>
        <pc:spChg chg="del">
          <ac:chgData name="KRISH ." userId="3c156c9656282d9f" providerId="LiveId" clId="{AF9CD3E0-2BF2-4095-B604-43182B997222}" dt="2026-04-06T09:27:32.308" v="544"/>
          <ac:spMkLst>
            <pc:docMk/>
            <pc:sldMk cId="2001245176" sldId="267"/>
            <ac:spMk id="3" creationId="{87292949-4812-3723-5970-052C9D70C07D}"/>
          </ac:spMkLst>
        </pc:spChg>
        <pc:spChg chg="add mod">
          <ac:chgData name="KRISH ." userId="3c156c9656282d9f" providerId="LiveId" clId="{AF9CD3E0-2BF2-4095-B604-43182B997222}" dt="2026-04-06T09:41:45.934" v="642" actId="1076"/>
          <ac:spMkLst>
            <pc:docMk/>
            <pc:sldMk cId="2001245176" sldId="267"/>
            <ac:spMk id="5" creationId="{6933973A-573F-3AC8-F237-655569EFF523}"/>
          </ac:spMkLst>
        </pc:spChg>
      </pc:sldChg>
      <pc:sldChg chg="addSp delSp modSp mod">
        <pc:chgData name="KRISH ." userId="3c156c9656282d9f" providerId="LiveId" clId="{AF9CD3E0-2BF2-4095-B604-43182B997222}" dt="2026-04-06T09:42:11.615" v="645" actId="1076"/>
        <pc:sldMkLst>
          <pc:docMk/>
          <pc:sldMk cId="3624677268" sldId="268"/>
        </pc:sldMkLst>
        <pc:spChg chg="del">
          <ac:chgData name="KRISH ." userId="3c156c9656282d9f" providerId="LiveId" clId="{AF9CD3E0-2BF2-4095-B604-43182B997222}" dt="2026-04-06T09:28:34.016" v="545"/>
          <ac:spMkLst>
            <pc:docMk/>
            <pc:sldMk cId="3624677268" sldId="268"/>
            <ac:spMk id="3" creationId="{A5D0CB7A-4CE2-C98F-181A-2955692E4C9A}"/>
          </ac:spMkLst>
        </pc:spChg>
        <pc:spChg chg="add mod">
          <ac:chgData name="KRISH ." userId="3c156c9656282d9f" providerId="LiveId" clId="{AF9CD3E0-2BF2-4095-B604-43182B997222}" dt="2026-04-06T09:42:11.615" v="645" actId="1076"/>
          <ac:spMkLst>
            <pc:docMk/>
            <pc:sldMk cId="3624677268" sldId="268"/>
            <ac:spMk id="5" creationId="{CB0BFC6D-B110-E5FF-055C-4D531B350C56}"/>
          </ac:spMkLst>
        </pc:spChg>
      </pc:sldChg>
      <pc:sldChg chg="modSp mod">
        <pc:chgData name="KRISH ." userId="3c156c9656282d9f" providerId="LiveId" clId="{AF9CD3E0-2BF2-4095-B604-43182B997222}" dt="2026-04-06T09:51:58.124" v="991" actId="2711"/>
        <pc:sldMkLst>
          <pc:docMk/>
          <pc:sldMk cId="2135367045" sldId="269"/>
        </pc:sldMkLst>
        <pc:spChg chg="mod">
          <ac:chgData name="KRISH ." userId="3c156c9656282d9f" providerId="LiveId" clId="{AF9CD3E0-2BF2-4095-B604-43182B997222}" dt="2026-04-06T09:51:58.124" v="991" actId="2711"/>
          <ac:spMkLst>
            <pc:docMk/>
            <pc:sldMk cId="2135367045" sldId="269"/>
            <ac:spMk id="6" creationId="{B8A35DE3-EB13-2BDB-C6EF-256EC4ACC7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/>
          </a:bodyPr>
          <a:lstStyle/>
          <a:p>
            <a:r>
              <a:rPr lang="en-IN" sz="4500" b="1" dirty="0">
                <a:latin typeface="Montserrat" panose="00000500000000000000" pitchFamily="2" charset="0"/>
              </a:rPr>
              <a:t>VITA AI: THE FUTURE OF AI-DRIVEN HEALTHCARE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69319" y="3429000"/>
            <a:ext cx="525336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Project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VITA-AI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Tagline: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Personal Health AI Companion.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Team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DeployBots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Event: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DevCraft: Simon’s Command 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Date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6</a:t>
            </a:r>
            <a:r>
              <a:rPr lang="en-US" altLang="en-US" sz="1800" baseline="30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April 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Domain: </a:t>
            </a:r>
            <a:r>
              <a:rPr lang="en-US" alt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Healthcare+AI</a:t>
            </a:r>
            <a:endParaRPr lang="en-US" altLang="en-US" sz="1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Website Link: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https://deploy-bots.vercel.app/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Autofit/>
          </a:bodyPr>
          <a:lstStyle/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Millions of people lack immediate access to reliable health guidance, especially outside clinic hours. People struggle to track mood, vitals, and mental wellness in one place. Healthcare is fragmented — booking therapists, monitoring vitals, and getting AI health answers all require different apps. There is no single intelligent, affordable, always-available health companion for everyday users.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F0AD7C-D379-97D7-7BD1-F6A9D4BF3D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07380" y="3232355"/>
            <a:ext cx="817723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Young professionals managing stress, sleep, and lifestyle health.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People in Tier 2/3 cities with limited access to specialists.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Patients needing medication reminders and health tracking.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Individuals seeking mental health support without stigma.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Anyone who needs 24/7 health guidance without a hospital visi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7D2AE3-0477-DC23-EDE4-8F2E32B825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4076" y="3252019"/>
            <a:ext cx="890384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Practo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— Doctor booking, but no AI chat or mood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HealthifyMe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— Fitness/diet focused, no counselling or vitals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YourDOST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— Only mental health, no physical vitals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General ChatGPT — Not specialized for healthcare, no user health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Fitbit / Apple Health — Hardware-dependent, no AI conversation </a:t>
            </a:r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38264A-7912-1D4C-10FF-EAD312C320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6736" y="3301181"/>
            <a:ext cx="983852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No single platform combines AI chat + mood + vitals + counselling.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Existing apps are siloed — users need 3-4 apps for what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VitaAI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does in one.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Mental health tools lack physical health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AI health assistants are generic, not personalized to user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Opportunity: Build one unified, AI-powered health companion accessible 24/7.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/>
          </a:bodyPr>
          <a:lstStyle/>
          <a:p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VitaAI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an all-in-one AI-powered healthcare platform that lets users chat with an intelligent health assistant, track daily mood and wellness, book licensed counsellors, monitor real-time vitals, submit health support tickets, and set medication reminders — all in a single, beautifully designed web app available 24/7.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8DDC822-D620-7856-59C8-F8490F8418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0827" y="3242187"/>
            <a:ext cx="1133034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🤖 AI Health Chat — 24/7 intelligent assistant for symptoms, medications &amp; wellness tips.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🌡️ Mood Tracker — Daily emotional check-in with personalized wellness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💬 Online Counselling — Book video/voice/chat sessions with licensed therapists.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🎯 Support System — Submit health queries and track resolution status.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📊 Vitals Monitor — Track heart rate, blood oxygen, temperature &amp; sleep in real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💊 Med Reminders — Smart scheduling with AI-powered interaction checks. </a:t>
            </a: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540D3F-756A-0066-9F09-E65F73AB73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0588" y="3271683"/>
            <a:ext cx="10730823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Frontend: Single-page web app (HTML/CSS/JS deployed on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Vercel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AI Layer: Integrated AI models (15+ models) handling health chat &amp; mood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Counselling Module: Booking system with therapist availability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Support Ticketing: Priority-based query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Vitals Dashboard: Real-time data visualization with weekly trend charts.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User Data: Personalized health score tracking (Cardiovascular, Sleep, Mental, Activity. </a:t>
            </a:r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BC6437A-C5AD-FE54-BB60-D2A66255C9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10074" y="3320845"/>
            <a:ext cx="9571851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Frontend: HTML5, CSS3,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Deployment: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Vercel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(live at deploy-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bots.vercel.app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AI Integration: 15+ AI Models for health chat and wellness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UI/UX: Responsive design with real-time dashboard components.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Data Visualization: Weekly trend charts for vitals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Architecture: Modular single-page application with multi-section navigation.</a:t>
            </a:r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50D028-316C-5DE4-20DE-1112C0C456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39014" y="3039428"/>
            <a:ext cx="7713971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User signs up and lands on the Home dashboard.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Starts an AI Chat for instant health guidance</a:t>
            </a:r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Completes a daily Mood Check-in to log emotional state.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Books a Counselling session with a licensed specialist.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Submits a Support ticket if they need expert follow-up.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Monitors Vitals (heart rate, oxygen, sleep) on the dashboard.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Receives an overall Health Score updated in real time.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933973A-573F-3AC8-F237-655569EFF5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13417" y="3039428"/>
            <a:ext cx="8565165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50,000+ Active Users on the platform.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98% User Satisfaction rate.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24/7 AI health support with zero downtime.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200+ Health Experts connected through the platform.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Mood, vitals, and mental health tracked in one place.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Reduced dependency on emergency clinic visits for routine queries.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Users from Bangalore, Mumbai, Chennai and beyond.</a:t>
            </a: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0BFC6D-B110-E5FF-055C-4D531B350C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8040" y="3039428"/>
            <a:ext cx="897591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Native mobile apps for Android and 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Integration with wearables (smartwatches, fitness bands) for live vitals.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Multilingual support for regional Indian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AI-generated personalized health reports (weekly/monthly).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Prescription upload and medication interaction checker.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Emergency alert system linked to nearby hospitals.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Insurance and medical records integration.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79176" y="3429000"/>
            <a:ext cx="5833648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1: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Open sans" panose="020B0606030504020204" pitchFamily="34" charset="0"/>
              </a:rPr>
              <a:t>DAKSH JANGIR - FULL STACK DEVELOPER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2: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Open sans" panose="020B0606030504020204" pitchFamily="34" charset="0"/>
              </a:rPr>
              <a:t>ARBAZ MANZOOR - UI/UX DESIGNER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3: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Open sans" panose="020B0606030504020204" pitchFamily="34" charset="0"/>
              </a:rPr>
              <a:t>ARSUH TRIPATHI - RESEARCHER 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 4: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Open sans" panose="020B0606030504020204" pitchFamily="34" charset="0"/>
              </a:rPr>
              <a:t>KRISH - LOGICS AND IDEAS</a:t>
            </a: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875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Montserrat</vt:lpstr>
      <vt:lpstr>Open sans</vt:lpstr>
      <vt:lpstr>Office Theme</vt:lpstr>
      <vt:lpstr>VITA AI: THE FUTURE OF AI-DRIVEN HEALTHCARE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KRISH .</cp:lastModifiedBy>
  <cp:revision>21</cp:revision>
  <dcterms:created xsi:type="dcterms:W3CDTF">2026-04-04T11:36:02Z</dcterms:created>
  <dcterms:modified xsi:type="dcterms:W3CDTF">2026-04-06T09:52:04Z</dcterms:modified>
</cp:coreProperties>
</file>